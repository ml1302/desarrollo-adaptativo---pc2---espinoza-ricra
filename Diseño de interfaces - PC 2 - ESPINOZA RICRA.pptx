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ns Bold" charset="1" panose="020B0806030504020204"/>
      <p:regular r:id="rId11"/>
    </p:embeddedFont>
    <p:embeddedFont>
      <p:font typeface="Open Sans" charset="1" panose="020B06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78041"/>
            <a:ext cx="119037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de interfaces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677910"/>
            <a:ext cx="1190371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Miguel Angel Espinoza Ricra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48" y="2079470"/>
            <a:ext cx="18023703" cy="6128059"/>
          </a:xfrm>
          <a:custGeom>
            <a:avLst/>
            <a:gdLst/>
            <a:ahLst/>
            <a:cxnLst/>
            <a:rect r="r" b="b" t="t" l="l"/>
            <a:pathLst>
              <a:path h="6128059" w="18023703">
                <a:moveTo>
                  <a:pt x="0" y="0"/>
                </a:moveTo>
                <a:lnTo>
                  <a:pt x="18023704" y="0"/>
                </a:lnTo>
                <a:lnTo>
                  <a:pt x="18023704" y="6128060"/>
                </a:lnTo>
                <a:lnTo>
                  <a:pt x="0" y="612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286" y="2147609"/>
            <a:ext cx="17753428" cy="5991782"/>
          </a:xfrm>
          <a:custGeom>
            <a:avLst/>
            <a:gdLst/>
            <a:ahLst/>
            <a:cxnLst/>
            <a:rect r="r" b="b" t="t" l="l"/>
            <a:pathLst>
              <a:path h="5991782" w="17753428">
                <a:moveTo>
                  <a:pt x="0" y="0"/>
                </a:moveTo>
                <a:lnTo>
                  <a:pt x="17753428" y="0"/>
                </a:lnTo>
                <a:lnTo>
                  <a:pt x="17753428" y="5991782"/>
                </a:lnTo>
                <a:lnTo>
                  <a:pt x="0" y="599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3518" y="1796192"/>
            <a:ext cx="17825001" cy="5815407"/>
          </a:xfrm>
          <a:custGeom>
            <a:avLst/>
            <a:gdLst/>
            <a:ahLst/>
            <a:cxnLst/>
            <a:rect r="r" b="b" t="t" l="l"/>
            <a:pathLst>
              <a:path h="5815407" w="17825001">
                <a:moveTo>
                  <a:pt x="0" y="0"/>
                </a:moveTo>
                <a:lnTo>
                  <a:pt x="17825002" y="0"/>
                </a:lnTo>
                <a:lnTo>
                  <a:pt x="17825002" y="5815407"/>
                </a:lnTo>
                <a:lnTo>
                  <a:pt x="0" y="581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122" y="1596203"/>
            <a:ext cx="18449524" cy="6411210"/>
          </a:xfrm>
          <a:custGeom>
            <a:avLst/>
            <a:gdLst/>
            <a:ahLst/>
            <a:cxnLst/>
            <a:rect r="r" b="b" t="t" l="l"/>
            <a:pathLst>
              <a:path h="6411210" w="18449524">
                <a:moveTo>
                  <a:pt x="0" y="0"/>
                </a:moveTo>
                <a:lnTo>
                  <a:pt x="18449524" y="0"/>
                </a:lnTo>
                <a:lnTo>
                  <a:pt x="18449524" y="6411210"/>
                </a:lnTo>
                <a:lnTo>
                  <a:pt x="0" y="6411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DAHL1ZrXinI</dc:identifier>
  <dcterms:modified xsi:type="dcterms:W3CDTF">2011-08-01T06:04:30Z</dcterms:modified>
  <cp:revision>1</cp:revision>
  <dc:title>Diseño de interfaces - PC 2 - ESPINOZA RICRA</dc:title>
</cp:coreProperties>
</file>